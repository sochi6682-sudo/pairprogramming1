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"/>
  </p:notesMasterIdLst>
  <p:sldIdLst>
    <p:sldId id="482" r:id="rId2"/>
    <p:sldId id="602" r:id="rId3"/>
    <p:sldId id="593" r:id="rId4"/>
    <p:sldId id="599" r:id="rId5"/>
    <p:sldId id="59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EC"/>
    <a:srgbClr val="666699"/>
    <a:srgbClr val="B74919"/>
    <a:srgbClr val="1D6FA9"/>
    <a:srgbClr val="FF66FF"/>
    <a:srgbClr val="FF990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7F8CC-FB80-4879-B102-990B3A22D459}" v="1" dt="2026-05-25T04:40:57.880"/>
    <p1510:client id="{AF7B6F5A-746A-4E8A-94B9-8D8ED7EC95BA}" v="723" dt="2026-05-25T04:33:02.145"/>
    <p1510:client id="{C41425FA-D244-FB4B-AB3D-E5B1725B51F6}" v="173" dt="2026-05-25T02:34:09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奨太 越智" userId="1e89b1c5ec8000ff" providerId="LiveId" clId="{C64DA74B-CE30-4CB4-AEC4-E35ED1190D6D}"/>
    <pc:docChg chg="undo custSel addSld modSld">
      <pc:chgData name="奨太 越智" userId="1e89b1c5ec8000ff" providerId="LiveId" clId="{C64DA74B-CE30-4CB4-AEC4-E35ED1190D6D}" dt="2026-05-25T04:33:02.145" v="720" actId="20577"/>
      <pc:docMkLst>
        <pc:docMk/>
      </pc:docMkLst>
      <pc:sldChg chg="modSp mod">
        <pc:chgData name="奨太 越智" userId="1e89b1c5ec8000ff" providerId="LiveId" clId="{C64DA74B-CE30-4CB4-AEC4-E35ED1190D6D}" dt="2026-05-25T00:52:27.793" v="547" actId="20577"/>
        <pc:sldMkLst>
          <pc:docMk/>
          <pc:sldMk cId="754604415" sldId="592"/>
        </pc:sldMkLst>
        <pc:spChg chg="mod">
          <ac:chgData name="奨太 越智" userId="1e89b1c5ec8000ff" providerId="LiveId" clId="{C64DA74B-CE30-4CB4-AEC4-E35ED1190D6D}" dt="2026-05-25T00:50:12.137" v="503" actId="20577"/>
          <ac:spMkLst>
            <pc:docMk/>
            <pc:sldMk cId="754604415" sldId="592"/>
            <ac:spMk id="5" creationId="{F9E0CAED-DEC0-CD72-CB17-6E336DF499A6}"/>
          </ac:spMkLst>
        </pc:spChg>
        <pc:spChg chg="mod">
          <ac:chgData name="奨太 越智" userId="1e89b1c5ec8000ff" providerId="LiveId" clId="{C64DA74B-CE30-4CB4-AEC4-E35ED1190D6D}" dt="2026-05-25T00:51:03.619" v="531" actId="20577"/>
          <ac:spMkLst>
            <pc:docMk/>
            <pc:sldMk cId="754604415" sldId="592"/>
            <ac:spMk id="7" creationId="{E071A734-12ED-1D0B-8464-2C5765328412}"/>
          </ac:spMkLst>
        </pc:spChg>
        <pc:spChg chg="mod">
          <ac:chgData name="奨太 越智" userId="1e89b1c5ec8000ff" providerId="LiveId" clId="{C64DA74B-CE30-4CB4-AEC4-E35ED1190D6D}" dt="2026-05-25T00:51:10.705" v="542" actId="20577"/>
          <ac:spMkLst>
            <pc:docMk/>
            <pc:sldMk cId="754604415" sldId="592"/>
            <ac:spMk id="8" creationId="{32BBE4C7-BE36-361A-F4B6-A05B7C2077F2}"/>
          </ac:spMkLst>
        </pc:spChg>
        <pc:spChg chg="mod">
          <ac:chgData name="奨太 越智" userId="1e89b1c5ec8000ff" providerId="LiveId" clId="{C64DA74B-CE30-4CB4-AEC4-E35ED1190D6D}" dt="2026-05-25T00:52:27.793" v="547" actId="20577"/>
          <ac:spMkLst>
            <pc:docMk/>
            <pc:sldMk cId="754604415" sldId="592"/>
            <ac:spMk id="9" creationId="{9275559E-1E69-0D77-FB17-9840C0B79505}"/>
          </ac:spMkLst>
        </pc:spChg>
        <pc:spChg chg="mod">
          <ac:chgData name="奨太 越智" userId="1e89b1c5ec8000ff" providerId="LiveId" clId="{C64DA74B-CE30-4CB4-AEC4-E35ED1190D6D}" dt="2026-05-25T00:24:21.689" v="126" actId="20577"/>
          <ac:spMkLst>
            <pc:docMk/>
            <pc:sldMk cId="754604415" sldId="592"/>
            <ac:spMk id="35" creationId="{D57DA400-4D1D-43C7-8079-025126305326}"/>
          </ac:spMkLst>
        </pc:spChg>
        <pc:spChg chg="mod">
          <ac:chgData name="奨太 越智" userId="1e89b1c5ec8000ff" providerId="LiveId" clId="{C64DA74B-CE30-4CB4-AEC4-E35ED1190D6D}" dt="2026-05-25T00:24:04.841" v="119" actId="20577"/>
          <ac:spMkLst>
            <pc:docMk/>
            <pc:sldMk cId="754604415" sldId="592"/>
            <ac:spMk id="39" creationId="{63A6B740-5433-9E03-2C09-9F8A3CC7E482}"/>
          </ac:spMkLst>
        </pc:spChg>
      </pc:sldChg>
      <pc:sldChg chg="modSp mod">
        <pc:chgData name="奨太 越智" userId="1e89b1c5ec8000ff" providerId="LiveId" clId="{C64DA74B-CE30-4CB4-AEC4-E35ED1190D6D}" dt="2026-05-25T04:28:15.883" v="699" actId="20577"/>
        <pc:sldMkLst>
          <pc:docMk/>
          <pc:sldMk cId="380560890" sldId="593"/>
        </pc:sldMkLst>
        <pc:spChg chg="mod">
          <ac:chgData name="奨太 越智" userId="1e89b1c5ec8000ff" providerId="LiveId" clId="{C64DA74B-CE30-4CB4-AEC4-E35ED1190D6D}" dt="2026-05-25T04:28:15.883" v="699" actId="20577"/>
          <ac:spMkLst>
            <pc:docMk/>
            <pc:sldMk cId="380560890" sldId="593"/>
            <ac:spMk id="5" creationId="{BAFC8FB7-2982-CC80-95B7-3D8507A92A37}"/>
          </ac:spMkLst>
        </pc:spChg>
      </pc:sldChg>
      <pc:sldChg chg="modSp mod">
        <pc:chgData name="奨太 越智" userId="1e89b1c5ec8000ff" providerId="LiveId" clId="{C64DA74B-CE30-4CB4-AEC4-E35ED1190D6D}" dt="2026-05-25T00:47:31.487" v="491" actId="20577"/>
        <pc:sldMkLst>
          <pc:docMk/>
          <pc:sldMk cId="3296452105" sldId="595"/>
        </pc:sldMkLst>
        <pc:graphicFrameChg chg="modGraphic">
          <ac:chgData name="奨太 越智" userId="1e89b1c5ec8000ff" providerId="LiveId" clId="{C64DA74B-CE30-4CB4-AEC4-E35ED1190D6D}" dt="2026-05-25T00:47:31.487" v="491" actId="20577"/>
          <ac:graphicFrameMkLst>
            <pc:docMk/>
            <pc:sldMk cId="3296452105" sldId="595"/>
            <ac:graphicFrameMk id="3" creationId="{A1FBF121-B30B-8A54-0312-464EE670C7C0}"/>
          </ac:graphicFrameMkLst>
        </pc:graphicFrameChg>
      </pc:sldChg>
      <pc:sldChg chg="modSp mod">
        <pc:chgData name="奨太 越智" userId="1e89b1c5ec8000ff" providerId="LiveId" clId="{C64DA74B-CE30-4CB4-AEC4-E35ED1190D6D}" dt="2026-05-25T00:57:26.259" v="641" actId="20577"/>
        <pc:sldMkLst>
          <pc:docMk/>
          <pc:sldMk cId="4162542550" sldId="596"/>
        </pc:sldMkLst>
        <pc:spChg chg="mod">
          <ac:chgData name="奨太 越智" userId="1e89b1c5ec8000ff" providerId="LiveId" clId="{C64DA74B-CE30-4CB4-AEC4-E35ED1190D6D}" dt="2026-05-25T00:57:26.259" v="641" actId="20577"/>
          <ac:spMkLst>
            <pc:docMk/>
            <pc:sldMk cId="4162542550" sldId="596"/>
            <ac:spMk id="9" creationId="{FC42A17C-64CC-72EA-D7F1-32756363121F}"/>
          </ac:spMkLst>
        </pc:spChg>
      </pc:sldChg>
      <pc:sldChg chg="addSp delSp modSp mod">
        <pc:chgData name="奨太 越智" userId="1e89b1c5ec8000ff" providerId="LiveId" clId="{C64DA74B-CE30-4CB4-AEC4-E35ED1190D6D}" dt="2026-05-25T04:33:02.145" v="720" actId="20577"/>
        <pc:sldMkLst>
          <pc:docMk/>
          <pc:sldMk cId="1599372954" sldId="599"/>
        </pc:sldMkLst>
        <pc:spChg chg="add mod">
          <ac:chgData name="奨太 越智" userId="1e89b1c5ec8000ff" providerId="LiveId" clId="{C64DA74B-CE30-4CB4-AEC4-E35ED1190D6D}" dt="2026-05-25T04:33:02.145" v="720" actId="20577"/>
          <ac:spMkLst>
            <pc:docMk/>
            <pc:sldMk cId="1599372954" sldId="599"/>
            <ac:spMk id="3" creationId="{BE8DEB50-E6EE-0BFA-6F94-605EE1C451A1}"/>
          </ac:spMkLst>
        </pc:spChg>
        <pc:spChg chg="del mod">
          <ac:chgData name="奨太 越智" userId="1e89b1c5ec8000ff" providerId="LiveId" clId="{C64DA74B-CE30-4CB4-AEC4-E35ED1190D6D}" dt="2026-05-25T00:22:00.681" v="87" actId="478"/>
          <ac:spMkLst>
            <pc:docMk/>
            <pc:sldMk cId="1599372954" sldId="599"/>
            <ac:spMk id="9" creationId="{FAF46E62-69BE-8064-E8A3-7F3FB4730D35}"/>
          </ac:spMkLst>
        </pc:spChg>
      </pc:sldChg>
      <pc:sldChg chg="modSp add mod">
        <pc:chgData name="奨太 越智" userId="1e89b1c5ec8000ff" providerId="LiveId" clId="{C64DA74B-CE30-4CB4-AEC4-E35ED1190D6D}" dt="2026-05-25T01:23:30.599" v="646" actId="404"/>
        <pc:sldMkLst>
          <pc:docMk/>
          <pc:sldMk cId="3634238721" sldId="601"/>
        </pc:sldMkLst>
        <pc:spChg chg="mod">
          <ac:chgData name="奨太 越智" userId="1e89b1c5ec8000ff" providerId="LiveId" clId="{C64DA74B-CE30-4CB4-AEC4-E35ED1190D6D}" dt="2026-05-25T01:23:30.599" v="646" actId="404"/>
          <ac:spMkLst>
            <pc:docMk/>
            <pc:sldMk cId="3634238721" sldId="601"/>
            <ac:spMk id="5" creationId="{24468EF8-6340-A5A8-CAC5-4B91BCBD2976}"/>
          </ac:spMkLst>
        </pc:spChg>
      </pc:sldChg>
    </pc:docChg>
  </pc:docChgLst>
  <pc:docChgLst>
    <pc:chgData name="Guest User" providerId="Windows Live" clId="Web-{9D8B77FC-7BD3-DB39-E8C6-ACDE07217F6B}"/>
    <pc:docChg chg="modSld sldOrd">
      <pc:chgData name="Guest User" userId="" providerId="Windows Live" clId="Web-{9D8B77FC-7BD3-DB39-E8C6-ACDE07217F6B}" dt="2026-05-22T04:07:25.822" v="6"/>
      <pc:docMkLst>
        <pc:docMk/>
      </pc:docMkLst>
      <pc:sldChg chg="addSp delSp modSp">
        <pc:chgData name="Guest User" userId="" providerId="Windows Live" clId="Web-{9D8B77FC-7BD3-DB39-E8C6-ACDE07217F6B}" dt="2026-05-22T04:07:25.822" v="6"/>
        <pc:sldMkLst>
          <pc:docMk/>
          <pc:sldMk cId="3296452105" sldId="595"/>
        </pc:sldMkLst>
        <pc:graphicFrameChg chg="add del mod modGraphic">
          <ac:chgData name="Guest User" userId="" providerId="Windows Live" clId="Web-{9D8B77FC-7BD3-DB39-E8C6-ACDE07217F6B}" dt="2026-05-22T04:07:25.822" v="6"/>
          <ac:graphicFrameMkLst>
            <pc:docMk/>
            <pc:sldMk cId="3296452105" sldId="595"/>
            <ac:graphicFrameMk id="5" creationId="{5730A75C-DE60-7A7D-FD18-F223430AF962}"/>
          </ac:graphicFrameMkLst>
        </pc:graphicFrameChg>
      </pc:sldChg>
      <pc:sldChg chg="ord">
        <pc:chgData name="Guest User" userId="" providerId="Windows Live" clId="Web-{9D8B77FC-7BD3-DB39-E8C6-ACDE07217F6B}" dt="2026-05-22T04:06:12.695" v="1"/>
        <pc:sldMkLst>
          <pc:docMk/>
          <pc:sldMk cId="4162542550" sldId="596"/>
        </pc:sldMkLst>
      </pc:sldChg>
      <pc:sldChg chg="ord">
        <pc:chgData name="Guest User" userId="" providerId="Windows Live" clId="Web-{9D8B77FC-7BD3-DB39-E8C6-ACDE07217F6B}" dt="2026-05-22T04:06:14.883" v="2"/>
        <pc:sldMkLst>
          <pc:docMk/>
          <pc:sldMk cId="1325442924" sldId="597"/>
        </pc:sldMkLst>
      </pc:sldChg>
    </pc:docChg>
  </pc:docChgLst>
  <pc:docChgLst>
    <pc:chgData name="Guest User" providerId="Windows Live" clId="Web-{C41425FA-D244-FB4B-AB3D-E5B1725B51F6}"/>
    <pc:docChg chg="modSld">
      <pc:chgData name="Guest User" userId="" providerId="Windows Live" clId="Web-{C41425FA-D244-FB4B-AB3D-E5B1725B51F6}" dt="2026-05-25T00:54:48.579" v="97"/>
      <pc:docMkLst>
        <pc:docMk/>
      </pc:docMkLst>
      <pc:sldChg chg="modSp">
        <pc:chgData name="Guest User" userId="" providerId="Windows Live" clId="Web-{C41425FA-D244-FB4B-AB3D-E5B1725B51F6}" dt="2026-05-25T00:54:48.579" v="97"/>
        <pc:sldMkLst>
          <pc:docMk/>
          <pc:sldMk cId="3296452105" sldId="595"/>
        </pc:sldMkLst>
        <pc:graphicFrameChg chg="mod modGraphic">
          <ac:chgData name="Guest User" userId="" providerId="Windows Live" clId="Web-{C41425FA-D244-FB4B-AB3D-E5B1725B51F6}" dt="2026-05-25T00:54:48.579" v="97"/>
          <ac:graphicFrameMkLst>
            <pc:docMk/>
            <pc:sldMk cId="3296452105" sldId="595"/>
            <ac:graphicFrameMk id="3" creationId="{A1FBF121-B30B-8A54-0312-464EE670C7C0}"/>
          </ac:graphicFrameMkLst>
        </pc:graphicFrameChg>
      </pc:sldChg>
    </pc:docChg>
  </pc:docChgLst>
  <pc:docChgLst>
    <pc:chgData name="Guest User" providerId="Windows Live" clId="Web-{722EF5E0-255F-9289-2CC8-A8A1AA0FF8BC}"/>
    <pc:docChg chg="addSld modSld sldOrd">
      <pc:chgData name="Guest User" userId="" providerId="Windows Live" clId="Web-{722EF5E0-255F-9289-2CC8-A8A1AA0FF8BC}" dt="2026-05-22T07:25:07.665" v="451"/>
      <pc:docMkLst>
        <pc:docMk/>
      </pc:docMkLst>
      <pc:sldChg chg="ord">
        <pc:chgData name="Guest User" userId="" providerId="Windows Live" clId="Web-{722EF5E0-255F-9289-2CC8-A8A1AA0FF8BC}" dt="2026-05-22T07:21:19.673" v="437"/>
        <pc:sldMkLst>
          <pc:docMk/>
          <pc:sldMk cId="2992799423" sldId="594"/>
        </pc:sldMkLst>
      </pc:sldChg>
      <pc:sldChg chg="modSp">
        <pc:chgData name="Guest User" userId="" providerId="Windows Live" clId="Web-{722EF5E0-255F-9289-2CC8-A8A1AA0FF8BC}" dt="2026-05-22T07:25:07.665" v="451"/>
        <pc:sldMkLst>
          <pc:docMk/>
          <pc:sldMk cId="3296452105" sldId="595"/>
        </pc:sldMkLst>
        <pc:graphicFrameChg chg="mod modGraphic">
          <ac:chgData name="Guest User" userId="" providerId="Windows Live" clId="Web-{722EF5E0-255F-9289-2CC8-A8A1AA0FF8BC}" dt="2026-05-22T07:25:07.665" v="451"/>
          <ac:graphicFrameMkLst>
            <pc:docMk/>
            <pc:sldMk cId="3296452105" sldId="595"/>
            <ac:graphicFrameMk id="3" creationId="{A1FBF121-B30B-8A54-0312-464EE670C7C0}"/>
          </ac:graphicFrameMkLst>
        </pc:graphicFrameChg>
      </pc:sldChg>
      <pc:sldChg chg="modSp">
        <pc:chgData name="Guest User" userId="" providerId="Windows Live" clId="Web-{722EF5E0-255F-9289-2CC8-A8A1AA0FF8BC}" dt="2026-05-22T05:57:51.858" v="144" actId="20577"/>
        <pc:sldMkLst>
          <pc:docMk/>
          <pc:sldMk cId="4162542550" sldId="596"/>
        </pc:sldMkLst>
        <pc:spChg chg="mod">
          <ac:chgData name="Guest User" userId="" providerId="Windows Live" clId="Web-{722EF5E0-255F-9289-2CC8-A8A1AA0FF8BC}" dt="2026-05-22T05:57:51.858" v="144" actId="20577"/>
          <ac:spMkLst>
            <pc:docMk/>
            <pc:sldMk cId="4162542550" sldId="596"/>
            <ac:spMk id="9" creationId="{FC42A17C-64CC-72EA-D7F1-32756363121F}"/>
          </ac:spMkLst>
        </pc:spChg>
      </pc:sldChg>
      <pc:sldChg chg="modSp add ord replId">
        <pc:chgData name="Guest User" userId="" providerId="Windows Live" clId="Web-{722EF5E0-255F-9289-2CC8-A8A1AA0FF8BC}" dt="2026-05-22T07:20:37.922" v="436"/>
        <pc:sldMkLst>
          <pc:docMk/>
          <pc:sldMk cId="1599372954" sldId="599"/>
        </pc:sldMkLst>
        <pc:spChg chg="mod">
          <ac:chgData name="Guest User" userId="" providerId="Windows Live" clId="Web-{722EF5E0-255F-9289-2CC8-A8A1AA0FF8BC}" dt="2026-05-22T06:26:30.557" v="152" actId="20577"/>
          <ac:spMkLst>
            <pc:docMk/>
            <pc:sldMk cId="1599372954" sldId="599"/>
            <ac:spMk id="4" creationId="{1006E0EF-AF82-B49C-0067-D648C74F9AC1}"/>
          </ac:spMkLst>
        </pc:spChg>
        <pc:spChg chg="mod">
          <ac:chgData name="Guest User" userId="" providerId="Windows Live" clId="Web-{722EF5E0-255F-9289-2CC8-A8A1AA0FF8BC}" dt="2026-05-22T06:49:21.276" v="432" actId="20577"/>
          <ac:spMkLst>
            <pc:docMk/>
            <pc:sldMk cId="1599372954" sldId="599"/>
            <ac:spMk id="9" creationId="{FAF46E62-69BE-8064-E8A3-7F3FB4730D35}"/>
          </ac:spMkLst>
        </pc:spChg>
      </pc:sldChg>
    </pc:docChg>
  </pc:docChgLst>
  <pc:docChgLst>
    <pc:chgData name="光祐 細谷" userId="ccefac287634e7ae" providerId="LiveId" clId="{2823C5D7-E6D8-4347-B937-18D16A464D7D}"/>
    <pc:docChg chg="undo custSel addSld delSld modSld sldOrd">
      <pc:chgData name="光祐 細谷" userId="ccefac287634e7ae" providerId="LiveId" clId="{2823C5D7-E6D8-4347-B937-18D16A464D7D}" dt="2026-05-25T04:40:57.879" v="1852" actId="20577"/>
      <pc:docMkLst>
        <pc:docMk/>
      </pc:docMkLst>
      <pc:sldChg chg="delSp mod ord">
        <pc:chgData name="光祐 細谷" userId="ccefac287634e7ae" providerId="LiveId" clId="{2823C5D7-E6D8-4347-B937-18D16A464D7D}" dt="2026-05-22T07:18:02.476" v="1846"/>
        <pc:sldMkLst>
          <pc:docMk/>
          <pc:sldMk cId="754604415" sldId="592"/>
        </pc:sldMkLst>
      </pc:sldChg>
      <pc:sldChg chg="delSp modSp mod">
        <pc:chgData name="光祐 細谷" userId="ccefac287634e7ae" providerId="LiveId" clId="{2823C5D7-E6D8-4347-B937-18D16A464D7D}" dt="2026-05-22T06:58:40.965" v="1835" actId="403"/>
        <pc:sldMkLst>
          <pc:docMk/>
          <pc:sldMk cId="380560890" sldId="593"/>
        </pc:sldMkLst>
        <pc:spChg chg="mod">
          <ac:chgData name="光祐 細谷" userId="ccefac287634e7ae" providerId="LiveId" clId="{2823C5D7-E6D8-4347-B937-18D16A464D7D}" dt="2026-05-22T06:58:40.965" v="1835" actId="403"/>
          <ac:spMkLst>
            <pc:docMk/>
            <pc:sldMk cId="380560890" sldId="593"/>
            <ac:spMk id="5" creationId="{BAFC8FB7-2982-CC80-95B7-3D8507A92A37}"/>
          </ac:spMkLst>
        </pc:spChg>
      </pc:sldChg>
      <pc:sldChg chg="delSp modSp mod ord">
        <pc:chgData name="光祐 細谷" userId="ccefac287634e7ae" providerId="LiveId" clId="{2823C5D7-E6D8-4347-B937-18D16A464D7D}" dt="2026-05-22T07:20:25.047" v="1851"/>
        <pc:sldMkLst>
          <pc:docMk/>
          <pc:sldMk cId="2992799423" sldId="594"/>
        </pc:sldMkLst>
        <pc:spChg chg="mod">
          <ac:chgData name="光祐 細谷" userId="ccefac287634e7ae" providerId="LiveId" clId="{2823C5D7-E6D8-4347-B937-18D16A464D7D}" dt="2026-05-22T04:12:01.643" v="67" actId="20577"/>
          <ac:spMkLst>
            <pc:docMk/>
            <pc:sldMk cId="2992799423" sldId="594"/>
            <ac:spMk id="4" creationId="{28DC3D63-5E09-95F3-B98F-5FFF5A0B068A}"/>
          </ac:spMkLst>
        </pc:spChg>
      </pc:sldChg>
      <pc:sldChg chg="addSp modSp mod">
        <pc:chgData name="光祐 細谷" userId="ccefac287634e7ae" providerId="LiveId" clId="{2823C5D7-E6D8-4347-B937-18D16A464D7D}" dt="2026-05-25T04:40:57.879" v="1852" actId="20577"/>
        <pc:sldMkLst>
          <pc:docMk/>
          <pc:sldMk cId="3296452105" sldId="595"/>
        </pc:sldMkLst>
        <pc:graphicFrameChg chg="add mod modGraphic">
          <ac:chgData name="光祐 細谷" userId="ccefac287634e7ae" providerId="LiveId" clId="{2823C5D7-E6D8-4347-B937-18D16A464D7D}" dt="2026-05-25T04:40:57.879" v="1852" actId="20577"/>
          <ac:graphicFrameMkLst>
            <pc:docMk/>
            <pc:sldMk cId="3296452105" sldId="595"/>
            <ac:graphicFrameMk id="3" creationId="{A1FBF121-B30B-8A54-0312-464EE670C7C0}"/>
          </ac:graphicFrameMkLst>
        </pc:graphicFrameChg>
      </pc:sldChg>
      <pc:sldChg chg="addSp delSp modSp mod ord modClrScheme chgLayout">
        <pc:chgData name="光祐 細谷" userId="ccefac287634e7ae" providerId="LiveId" clId="{2823C5D7-E6D8-4347-B937-18D16A464D7D}" dt="2026-05-22T06:58:48.630" v="1842" actId="20577"/>
        <pc:sldMkLst>
          <pc:docMk/>
          <pc:sldMk cId="4162542550" sldId="596"/>
        </pc:sldMkLst>
        <pc:spChg chg="mod ord">
          <ac:chgData name="光祐 細谷" userId="ccefac287634e7ae" providerId="LiveId" clId="{2823C5D7-E6D8-4347-B937-18D16A464D7D}" dt="2026-05-22T04:22:27.508" v="71" actId="700"/>
          <ac:spMkLst>
            <pc:docMk/>
            <pc:sldMk cId="4162542550" sldId="596"/>
            <ac:spMk id="2" creationId="{1A40843A-DCA3-70DF-9F64-289DAA2C71DD}"/>
          </ac:spMkLst>
        </pc:spChg>
        <pc:spChg chg="mod">
          <ac:chgData name="光祐 細谷" userId="ccefac287634e7ae" providerId="LiveId" clId="{2823C5D7-E6D8-4347-B937-18D16A464D7D}" dt="2026-05-22T04:10:23.382" v="46" actId="20577"/>
          <ac:spMkLst>
            <pc:docMk/>
            <pc:sldMk cId="4162542550" sldId="596"/>
            <ac:spMk id="4" creationId="{47624D8E-4C80-D2A6-A661-3D9ED953076F}"/>
          </ac:spMkLst>
        </pc:spChg>
        <pc:spChg chg="add mod">
          <ac:chgData name="光祐 細谷" userId="ccefac287634e7ae" providerId="LiveId" clId="{2823C5D7-E6D8-4347-B937-18D16A464D7D}" dt="2026-05-22T06:58:48.630" v="1842" actId="20577"/>
          <ac:spMkLst>
            <pc:docMk/>
            <pc:sldMk cId="4162542550" sldId="596"/>
            <ac:spMk id="9" creationId="{FC42A17C-64CC-72EA-D7F1-32756363121F}"/>
          </ac:spMkLst>
        </pc:spChg>
      </pc:sldChg>
      <pc:sldChg chg="modSp add mod">
        <pc:chgData name="光祐 細谷" userId="ccefac287634e7ae" providerId="LiveId" clId="{2823C5D7-E6D8-4347-B937-18D16A464D7D}" dt="2026-05-22T06:26:04.056" v="1187" actId="1076"/>
        <pc:sldMkLst>
          <pc:docMk/>
          <pc:sldMk cId="685761645" sldId="597"/>
        </pc:sldMkLst>
        <pc:spChg chg="mod">
          <ac:chgData name="光祐 細谷" userId="ccefac287634e7ae" providerId="LiveId" clId="{2823C5D7-E6D8-4347-B937-18D16A464D7D}" dt="2026-05-22T06:25:22.390" v="1162" actId="20577"/>
          <ac:spMkLst>
            <pc:docMk/>
            <pc:sldMk cId="685761645" sldId="597"/>
            <ac:spMk id="4" creationId="{027DDE4C-F94D-7064-8953-DE5A6FD52DC3}"/>
          </ac:spMkLst>
        </pc:spChg>
        <pc:spChg chg="mod">
          <ac:chgData name="光祐 細谷" userId="ccefac287634e7ae" providerId="LiveId" clId="{2823C5D7-E6D8-4347-B937-18D16A464D7D}" dt="2026-05-22T06:26:04.056" v="1187" actId="1076"/>
          <ac:spMkLst>
            <pc:docMk/>
            <pc:sldMk cId="685761645" sldId="597"/>
            <ac:spMk id="9" creationId="{0EE40D05-3077-4678-B8B9-A7791D16AC5C}"/>
          </ac:spMkLst>
        </pc:spChg>
      </pc:sldChg>
      <pc:sldChg chg="addSp modSp add mod">
        <pc:chgData name="光祐 細谷" userId="ccefac287634e7ae" providerId="LiveId" clId="{2823C5D7-E6D8-4347-B937-18D16A464D7D}" dt="2026-05-22T06:43:50.987" v="1339"/>
        <pc:sldMkLst>
          <pc:docMk/>
          <pc:sldMk cId="391801366" sldId="598"/>
        </pc:sldMkLst>
        <pc:spChg chg="mod">
          <ac:chgData name="光祐 細谷" userId="ccefac287634e7ae" providerId="LiveId" clId="{2823C5D7-E6D8-4347-B937-18D16A464D7D}" dt="2026-05-22T06:30:17.628" v="1207" actId="20577"/>
          <ac:spMkLst>
            <pc:docMk/>
            <pc:sldMk cId="391801366" sldId="598"/>
            <ac:spMk id="4" creationId="{2F834358-B1C5-9C5E-4621-955AB51D983E}"/>
          </ac:spMkLst>
        </pc:spChg>
        <pc:spChg chg="mod">
          <ac:chgData name="光祐 細谷" userId="ccefac287634e7ae" providerId="LiveId" clId="{2823C5D7-E6D8-4347-B937-18D16A464D7D}" dt="2026-05-22T06:43:28.169" v="1336" actId="20577"/>
          <ac:spMkLst>
            <pc:docMk/>
            <pc:sldMk cId="391801366" sldId="598"/>
            <ac:spMk id="9" creationId="{68974907-3DEC-68F3-4CCB-3D264833BCDE}"/>
          </ac:spMkLst>
        </pc:spChg>
        <pc:graphicFrameChg chg="add mod modGraphic">
          <ac:chgData name="光祐 細谷" userId="ccefac287634e7ae" providerId="LiveId" clId="{2823C5D7-E6D8-4347-B937-18D16A464D7D}" dt="2026-05-22T06:42:59.802" v="1327"/>
          <ac:graphicFrameMkLst>
            <pc:docMk/>
            <pc:sldMk cId="391801366" sldId="598"/>
            <ac:graphicFrameMk id="3" creationId="{00636918-C4B5-E026-B832-94809F30789C}"/>
          </ac:graphicFrameMkLst>
        </pc:graphicFrameChg>
        <pc:graphicFrameChg chg="add mod">
          <ac:chgData name="光祐 細谷" userId="ccefac287634e7ae" providerId="LiveId" clId="{2823C5D7-E6D8-4347-B937-18D16A464D7D}" dt="2026-05-22T06:42:07.457" v="1312"/>
          <ac:graphicFrameMkLst>
            <pc:docMk/>
            <pc:sldMk cId="391801366" sldId="598"/>
            <ac:graphicFrameMk id="5" creationId="{C46E44D4-94C6-45A2-5FB7-A0235D8AF62D}"/>
          </ac:graphicFrameMkLst>
        </pc:graphicFrameChg>
        <pc:graphicFrameChg chg="add mod modGraphic">
          <ac:chgData name="光祐 細谷" userId="ccefac287634e7ae" providerId="LiveId" clId="{2823C5D7-E6D8-4347-B937-18D16A464D7D}" dt="2026-05-22T06:43:50.987" v="1339"/>
          <ac:graphicFrameMkLst>
            <pc:docMk/>
            <pc:sldMk cId="391801366" sldId="598"/>
            <ac:graphicFrameMk id="6" creationId="{225F13C9-E054-5153-6EC3-C76873BB0D3D}"/>
          </ac:graphicFrameMkLst>
        </pc:graphicFrameChg>
      </pc:sldChg>
      <pc:sldChg chg="addSp delSp modSp new mod ord">
        <pc:chgData name="光祐 細谷" userId="ccefac287634e7ae" providerId="LiveId" clId="{2823C5D7-E6D8-4347-B937-18D16A464D7D}" dt="2026-05-22T07:19:19.096" v="1849" actId="20577"/>
        <pc:sldMkLst>
          <pc:docMk/>
          <pc:sldMk cId="2045809200" sldId="600"/>
        </pc:sldMkLst>
        <pc:spChg chg="add mod">
          <ac:chgData name="光祐 細谷" userId="ccefac287634e7ae" providerId="LiveId" clId="{2823C5D7-E6D8-4347-B937-18D16A464D7D}" dt="2026-05-22T06:52:17.560" v="1684" actId="20577"/>
          <ac:spMkLst>
            <pc:docMk/>
            <pc:sldMk cId="2045809200" sldId="600"/>
            <ac:spMk id="3" creationId="{BBED4037-FE82-81B2-BB33-9E108E103D1B}"/>
          </ac:spMkLst>
        </pc:spChg>
        <pc:spChg chg="add mod">
          <ac:chgData name="光祐 細谷" userId="ccefac287634e7ae" providerId="LiveId" clId="{2823C5D7-E6D8-4347-B937-18D16A464D7D}" dt="2026-05-22T07:19:19.096" v="1849" actId="20577"/>
          <ac:spMkLst>
            <pc:docMk/>
            <pc:sldMk cId="2045809200" sldId="600"/>
            <ac:spMk id="4" creationId="{43727622-28E7-8A5E-AAD8-E81EC8E285DD}"/>
          </ac:spMkLst>
        </pc:spChg>
      </pc:sldChg>
    </pc:docChg>
  </pc:docChgLst>
  <pc:docChgLst>
    <pc:chgData name="Guest User" providerId="Windows Live" clId="Web-{A4B1C1DE-0E7F-C9EA-4585-9D086907234C}"/>
    <pc:docChg chg="modSld">
      <pc:chgData name="Guest User" userId="" providerId="Windows Live" clId="Web-{A4B1C1DE-0E7F-C9EA-4585-9D086907234C}" dt="2026-05-22T05:05:08.781" v="36"/>
      <pc:docMkLst>
        <pc:docMk/>
      </pc:docMkLst>
      <pc:sldChg chg="addSp delSp modSp">
        <pc:chgData name="Guest User" userId="" providerId="Windows Live" clId="Web-{A4B1C1DE-0E7F-C9EA-4585-9D086907234C}" dt="2026-05-22T04:44:06.094" v="14" actId="1076"/>
        <pc:sldMkLst>
          <pc:docMk/>
          <pc:sldMk cId="2992799423" sldId="594"/>
        </pc:sldMkLst>
        <pc:picChg chg="add mod">
          <ac:chgData name="Guest User" userId="" providerId="Windows Live" clId="Web-{A4B1C1DE-0E7F-C9EA-4585-9D086907234C}" dt="2026-05-22T04:44:06.094" v="14" actId="1076"/>
          <ac:picMkLst>
            <pc:docMk/>
            <pc:sldMk cId="2992799423" sldId="594"/>
            <ac:picMk id="3" creationId="{6FB88A44-AEFF-6470-A3A4-3B17717EDE25}"/>
          </ac:picMkLst>
        </pc:picChg>
        <pc:picChg chg="add del mod">
          <ac:chgData name="Guest User" userId="" providerId="Windows Live" clId="Web-{A4B1C1DE-0E7F-C9EA-4585-9D086907234C}" dt="2026-05-22T04:15:18.257" v="6"/>
          <ac:picMkLst>
            <pc:docMk/>
            <pc:sldMk cId="2992799423" sldId="594"/>
            <ac:picMk id="3" creationId="{DED065EE-F130-1F08-2F08-B5C67CAE77F9}"/>
          </ac:picMkLst>
        </pc:picChg>
        <pc:picChg chg="add del mod">
          <ac:chgData name="Guest User" userId="" providerId="Windows Live" clId="Web-{A4B1C1DE-0E7F-C9EA-4585-9D086907234C}" dt="2026-05-22T04:43:39.234" v="10"/>
          <ac:picMkLst>
            <pc:docMk/>
            <pc:sldMk cId="2992799423" sldId="594"/>
            <ac:picMk id="5" creationId="{088A78E3-8F6E-0F11-CBB3-A0A8293A317D}"/>
          </ac:picMkLst>
        </pc:picChg>
      </pc:sldChg>
      <pc:sldChg chg="modSp">
        <pc:chgData name="Guest User" userId="" providerId="Windows Live" clId="Web-{A4B1C1DE-0E7F-C9EA-4585-9D086907234C}" dt="2026-05-22T05:05:08.781" v="36"/>
        <pc:sldMkLst>
          <pc:docMk/>
          <pc:sldMk cId="3296452105" sldId="595"/>
        </pc:sldMkLst>
        <pc:graphicFrameChg chg="mod modGraphic">
          <ac:chgData name="Guest User" userId="" providerId="Windows Live" clId="Web-{A4B1C1DE-0E7F-C9EA-4585-9D086907234C}" dt="2026-05-22T05:05:08.781" v="36"/>
          <ac:graphicFrameMkLst>
            <pc:docMk/>
            <pc:sldMk cId="3296452105" sldId="595"/>
            <ac:graphicFrameMk id="3" creationId="{A1FBF121-B30B-8A54-0312-464EE670C7C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9F149-CCD5-443F-9FD8-9EA452A41F1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C7B4F-6CD1-4F50-9794-AEAE748DD0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35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C7B4F-6CD1-4F50-9794-AEAE748DD0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498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C7B4F-6CD1-4F50-9794-AEAE748DD0E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70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433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9337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1330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837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1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1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8763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9286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916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1" y="987431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1"/>
            </a:lvl2pPr>
            <a:lvl3pPr marL="914446" indent="0">
              <a:buNone/>
              <a:defRPr sz="1200"/>
            </a:lvl3pPr>
            <a:lvl4pPr marL="1371669" indent="0">
              <a:buNone/>
              <a:defRPr sz="1001"/>
            </a:lvl4pPr>
            <a:lvl5pPr marL="1828891" indent="0">
              <a:buNone/>
              <a:defRPr sz="1001"/>
            </a:lvl5pPr>
            <a:lvl6pPr marL="2286114" indent="0">
              <a:buNone/>
              <a:defRPr sz="1001"/>
            </a:lvl6pPr>
            <a:lvl7pPr marL="2743338" indent="0">
              <a:buNone/>
              <a:defRPr sz="1001"/>
            </a:lvl7pPr>
            <a:lvl8pPr marL="3200560" indent="0">
              <a:buNone/>
              <a:defRPr sz="1001"/>
            </a:lvl8pPr>
            <a:lvl9pPr marL="3657783" indent="0">
              <a:buNone/>
              <a:defRPr sz="100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1532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1" y="987431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8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1"/>
            </a:lvl2pPr>
            <a:lvl3pPr marL="914446" indent="0">
              <a:buNone/>
              <a:defRPr sz="1200"/>
            </a:lvl3pPr>
            <a:lvl4pPr marL="1371669" indent="0">
              <a:buNone/>
              <a:defRPr sz="1001"/>
            </a:lvl4pPr>
            <a:lvl5pPr marL="1828891" indent="0">
              <a:buNone/>
              <a:defRPr sz="1001"/>
            </a:lvl5pPr>
            <a:lvl6pPr marL="2286114" indent="0">
              <a:buNone/>
              <a:defRPr sz="1001"/>
            </a:lvl6pPr>
            <a:lvl7pPr marL="2743338" indent="0">
              <a:buNone/>
              <a:defRPr sz="1001"/>
            </a:lvl7pPr>
            <a:lvl8pPr marL="3200560" indent="0">
              <a:buNone/>
              <a:defRPr sz="1001"/>
            </a:lvl8pPr>
            <a:lvl9pPr marL="3657783" indent="0">
              <a:buNone/>
              <a:defRPr sz="100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9784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919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6387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657FD1-6261-C998-5430-3804F278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9299242-3F2D-F82E-1C35-02F6815A54C2}"/>
              </a:ext>
            </a:extLst>
          </p:cNvPr>
          <p:cNvSpPr>
            <a:spLocks noChangeArrowheads="1"/>
          </p:cNvSpPr>
          <p:nvPr userDrawn="1"/>
        </p:nvSpPr>
        <p:spPr bwMode="hidden">
          <a:xfrm>
            <a:off x="0" y="0"/>
            <a:ext cx="3960814" cy="6858000"/>
          </a:xfrm>
          <a:prstGeom prst="rect">
            <a:avLst/>
          </a:prstGeom>
          <a:gradFill rotWithShape="0">
            <a:gsLst>
              <a:gs pos="0">
                <a:srgbClr val="C7E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lIns="100186" tIns="50094" rIns="100186" bIns="50094" anchor="ctr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A1097AA-9D72-8E79-2976-35427D89F1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2" y="3627242"/>
            <a:ext cx="1392874" cy="684893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8224D7B-1178-4274-62B8-A5825C77409A}"/>
              </a:ext>
            </a:extLst>
          </p:cNvPr>
          <p:cNvSpPr>
            <a:spLocks noChangeArrowheads="1"/>
          </p:cNvSpPr>
          <p:nvPr userDrawn="1"/>
        </p:nvSpPr>
        <p:spPr bwMode="hidden">
          <a:xfrm>
            <a:off x="2383843" y="1569540"/>
            <a:ext cx="9808161" cy="2742595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CDE807BF-D3F7-F209-00D5-0D826C0621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70120" y="1569534"/>
            <a:ext cx="694903" cy="695476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48A6D780-EC5E-52B5-1435-62F39F12BB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" y="1569534"/>
            <a:ext cx="696437" cy="695476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C701842-1293-D633-7CCC-285B47CE69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969" y="2940837"/>
            <a:ext cx="696437" cy="689429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7737C80C-B808-5010-A8F2-613F59C042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3" y="2254433"/>
            <a:ext cx="687233" cy="686405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5196467D-21B1-FAE8-45C3-9F48ECFCA5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5" y="2940837"/>
            <a:ext cx="694903" cy="689429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6465EF03-D1FA-3EE9-8181-DC2FD05F0A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969" y="3627242"/>
            <a:ext cx="696437" cy="684893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B0B54364-2C1C-7942-C4E0-F662D7B1B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6" y="2254433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10A6D5B3-6531-4450-8449-D05C52DEEA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3" y="1569534"/>
            <a:ext cx="687233" cy="695476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FC07FEF4-7167-B71D-7C6A-56B1838A87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70120" y="883135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F9D8B6A8-F64F-1140-A31E-135CD39EFDA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757349" y="1569540"/>
            <a:ext cx="8434651" cy="2742595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/>
              <a:t>マスタ タイトルの書式設定</a:t>
            </a:r>
          </a:p>
        </p:txBody>
      </p:sp>
      <p:pic>
        <p:nvPicPr>
          <p:cNvPr id="2" name="Picture 4" descr="ロゴ">
            <a:extLst>
              <a:ext uri="{FF2B5EF4-FFF2-40B4-BE49-F238E27FC236}">
                <a16:creationId xmlns:a16="http://schemas.microsoft.com/office/drawing/2014/main" id="{704EA0BC-BAE7-63B1-32D1-C91B23866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945" y="6222798"/>
            <a:ext cx="51387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807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>
            <a:extLst>
              <a:ext uri="{FF2B5EF4-FFF2-40B4-BE49-F238E27FC236}">
                <a16:creationId xmlns:a16="http://schemas.microsoft.com/office/drawing/2014/main" id="{1B5C113E-10E1-CEDE-27D3-74C7A5F701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4827" y="514350"/>
            <a:ext cx="346075" cy="342900"/>
          </a:xfrm>
          <a:prstGeom prst="rect">
            <a:avLst/>
          </a:prstGeom>
          <a:solidFill>
            <a:srgbClr val="407F35"/>
          </a:solidFill>
          <a:ln w="12700">
            <a:solidFill>
              <a:srgbClr val="407F35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10CF5832-E1C2-56DB-3CDC-CDE1ABB533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3" y="103188"/>
            <a:ext cx="485775" cy="481012"/>
          </a:xfrm>
          <a:prstGeom prst="rect">
            <a:avLst/>
          </a:prstGeom>
          <a:solidFill>
            <a:srgbClr val="99CC00"/>
          </a:solidFill>
          <a:ln w="127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CCDFC499-ADF2-7006-8F4C-55C2B92EC8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7316" y="377825"/>
            <a:ext cx="347662" cy="342900"/>
          </a:xfrm>
          <a:prstGeom prst="rect">
            <a:avLst/>
          </a:prstGeom>
          <a:solidFill>
            <a:srgbClr val="B8D8B0"/>
          </a:soli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25D4E4-8027-3A4C-5648-D54D9E87DD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93476" y="173038"/>
            <a:ext cx="811214" cy="4111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186" tIns="50093" rIns="100186" bIns="50093" numCol="1" anchor="b" anchorCtr="0" compatLnSpc="1">
            <a:prstTxWarp prst="textNoShape">
              <a:avLst/>
            </a:prstTxWarp>
          </a:bodyPr>
          <a:lstStyle>
            <a:lvl1pPr algn="r" defTabSz="1001763" eaLnBrk="1" hangingPunct="1">
              <a:defRPr kumimoji="0" sz="19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964583CD-03F4-45F3-8C39-5C844793DF6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68387CF1-D3A8-FC04-A6B3-B434521135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0031"/>
            <a:ext cx="12192000" cy="307975"/>
          </a:xfrm>
          <a:prstGeom prst="rect">
            <a:avLst/>
          </a:prstGeom>
          <a:gradFill rotWithShape="1">
            <a:gsLst>
              <a:gs pos="0">
                <a:srgbClr val="7BB76D"/>
              </a:gs>
              <a:gs pos="100000">
                <a:srgbClr val="527848"/>
              </a:gs>
            </a:gsLst>
            <a:lin ang="5400000" scaled="1"/>
          </a:gra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64BB0D90-6280-0EAA-01A6-9ADABA1D2F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1763"/>
            <a:ext cx="12192000" cy="6826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C50A2F3-E17E-4783-F652-D9BCF8650049}"/>
              </a:ext>
            </a:extLst>
          </p:cNvPr>
          <p:cNvGrpSpPr/>
          <p:nvPr userDrawn="1"/>
        </p:nvGrpSpPr>
        <p:grpSpPr>
          <a:xfrm>
            <a:off x="850900" y="616749"/>
            <a:ext cx="11341100" cy="138113"/>
            <a:chOff x="782638" y="650875"/>
            <a:chExt cx="9509125" cy="138113"/>
          </a:xfrm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1FB384C-11F6-43E6-4EBD-E89C43D0307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650875"/>
              <a:ext cx="9509125" cy="68263"/>
            </a:xfrm>
            <a:prstGeom prst="rect">
              <a:avLst/>
            </a:prstGeom>
            <a:gradFill rotWithShape="1">
              <a:gsLst>
                <a:gs pos="0">
                  <a:srgbClr val="9DE3A9"/>
                </a:gs>
                <a:gs pos="100000">
                  <a:srgbClr val="527848"/>
                </a:gs>
              </a:gsLst>
              <a:lin ang="0" scaled="1"/>
            </a:gradFill>
            <a:ln w="9525">
              <a:solidFill>
                <a:srgbClr val="CC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  <p:sp>
          <p:nvSpPr>
            <p:cNvPr id="15" name="Rectangle 31">
              <a:extLst>
                <a:ext uri="{FF2B5EF4-FFF2-40B4-BE49-F238E27FC236}">
                  <a16:creationId xmlns:a16="http://schemas.microsoft.com/office/drawing/2014/main" id="{88016249-30F4-307E-DEFF-1F10D65E05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719138"/>
              <a:ext cx="9509125" cy="698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</p:grpSp>
      <p:sp>
        <p:nvSpPr>
          <p:cNvPr id="16" name="Text Box 35">
            <a:extLst>
              <a:ext uri="{FF2B5EF4-FFF2-40B4-BE49-F238E27FC236}">
                <a16:creationId xmlns:a16="http://schemas.microsoft.com/office/drawing/2014/main" id="{CED0ADFC-3AC0-E417-097A-6059085A71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7164" y="6563520"/>
            <a:ext cx="3008313" cy="288740"/>
          </a:xfrm>
          <a:prstGeom prst="rect">
            <a:avLst/>
          </a:prstGeom>
          <a:noFill/>
          <a:ln>
            <a:noFill/>
          </a:ln>
          <a:effectLst/>
        </p:spPr>
        <p:txBody>
          <a:bodyPr lIns="87828" tIns="43914" rIns="87828" bIns="43914">
            <a:spAutoFit/>
          </a:bodyPr>
          <a:lstStyle>
            <a:lvl1pPr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43973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87788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31762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175577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2129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6701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1273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5845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300" i="1">
                <a:solidFill>
                  <a:srgbClr val="FCF3EA"/>
                </a:solidFill>
                <a:latin typeface="Cooper Black" panose="0208090404030B020404" pitchFamily="18" charset="0"/>
              </a:rPr>
              <a:t>http://www.youtheng.co.jp/</a:t>
            </a:r>
          </a:p>
        </p:txBody>
      </p:sp>
      <p:pic>
        <p:nvPicPr>
          <p:cNvPr id="17" name="Picture 36" descr="Youthロゴ">
            <a:extLst>
              <a:ext uri="{FF2B5EF4-FFF2-40B4-BE49-F238E27FC236}">
                <a16:creationId xmlns:a16="http://schemas.microsoft.com/office/drawing/2014/main" id="{1E04001E-ADD8-5F6F-022A-E1D4D5FBEB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3" y="6550031"/>
            <a:ext cx="34956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470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>
            <a:extLst>
              <a:ext uri="{FF2B5EF4-FFF2-40B4-BE49-F238E27FC236}">
                <a16:creationId xmlns:a16="http://schemas.microsoft.com/office/drawing/2014/main" id="{1B5C113E-10E1-CEDE-27D3-74C7A5F701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4827" y="3840162"/>
            <a:ext cx="346075" cy="342900"/>
          </a:xfrm>
          <a:prstGeom prst="rect">
            <a:avLst/>
          </a:prstGeom>
          <a:solidFill>
            <a:srgbClr val="407F35"/>
          </a:solidFill>
          <a:ln w="12700">
            <a:solidFill>
              <a:srgbClr val="407F35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10CF5832-E1C2-56DB-3CDC-CDE1ABB533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3" y="3429000"/>
            <a:ext cx="485775" cy="481012"/>
          </a:xfrm>
          <a:prstGeom prst="rect">
            <a:avLst/>
          </a:prstGeom>
          <a:solidFill>
            <a:srgbClr val="99CC00"/>
          </a:solidFill>
          <a:ln w="127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CCDFC499-ADF2-7006-8F4C-55C2B92EC8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7316" y="3703637"/>
            <a:ext cx="347662" cy="342900"/>
          </a:xfrm>
          <a:prstGeom prst="rect">
            <a:avLst/>
          </a:prstGeom>
          <a:solidFill>
            <a:srgbClr val="B8D8B0"/>
          </a:soli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25D4E4-8027-3A4C-5648-D54D9E87DD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93476" y="173038"/>
            <a:ext cx="811214" cy="4111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186" tIns="50093" rIns="100186" bIns="50093" numCol="1" anchor="b" anchorCtr="0" compatLnSpc="1">
            <a:prstTxWarp prst="textNoShape">
              <a:avLst/>
            </a:prstTxWarp>
          </a:bodyPr>
          <a:lstStyle>
            <a:lvl1pPr algn="r" defTabSz="1001763" eaLnBrk="1" hangingPunct="1">
              <a:defRPr kumimoji="0" sz="19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964583CD-03F4-45F3-8C39-5C844793DF6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C50A2F3-E17E-4783-F652-D9BCF8650049}"/>
              </a:ext>
            </a:extLst>
          </p:cNvPr>
          <p:cNvGrpSpPr/>
          <p:nvPr userDrawn="1"/>
        </p:nvGrpSpPr>
        <p:grpSpPr>
          <a:xfrm>
            <a:off x="850900" y="3942558"/>
            <a:ext cx="11341100" cy="138113"/>
            <a:chOff x="782638" y="650875"/>
            <a:chExt cx="9509125" cy="138113"/>
          </a:xfrm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1FB384C-11F6-43E6-4EBD-E89C43D0307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650875"/>
              <a:ext cx="9509125" cy="68263"/>
            </a:xfrm>
            <a:prstGeom prst="rect">
              <a:avLst/>
            </a:prstGeom>
            <a:gradFill rotWithShape="1">
              <a:gsLst>
                <a:gs pos="0">
                  <a:srgbClr val="9DE3A9"/>
                </a:gs>
                <a:gs pos="100000">
                  <a:srgbClr val="527848"/>
                </a:gs>
              </a:gsLst>
              <a:lin ang="0" scaled="1"/>
            </a:gradFill>
            <a:ln w="9525">
              <a:solidFill>
                <a:srgbClr val="CC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  <p:sp>
          <p:nvSpPr>
            <p:cNvPr id="15" name="Rectangle 31">
              <a:extLst>
                <a:ext uri="{FF2B5EF4-FFF2-40B4-BE49-F238E27FC236}">
                  <a16:creationId xmlns:a16="http://schemas.microsoft.com/office/drawing/2014/main" id="{88016249-30F4-307E-DEFF-1F10D65E05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719138"/>
              <a:ext cx="9509125" cy="698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</p:grpSp>
      <p:sp>
        <p:nvSpPr>
          <p:cNvPr id="3" name="Rectangle 19">
            <a:extLst>
              <a:ext uri="{FF2B5EF4-FFF2-40B4-BE49-F238E27FC236}">
                <a16:creationId xmlns:a16="http://schemas.microsoft.com/office/drawing/2014/main" id="{8B0442C0-C397-C434-3E05-D7543D2EE1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0031"/>
            <a:ext cx="12192000" cy="307975"/>
          </a:xfrm>
          <a:prstGeom prst="rect">
            <a:avLst/>
          </a:prstGeom>
          <a:gradFill rotWithShape="1">
            <a:gsLst>
              <a:gs pos="0">
                <a:srgbClr val="7BB76D"/>
              </a:gs>
              <a:gs pos="100000">
                <a:srgbClr val="527848"/>
              </a:gs>
            </a:gsLst>
            <a:lin ang="5400000" scaled="1"/>
          </a:gra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BBAE7979-8A94-8C46-D47B-2A42C9A377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1763"/>
            <a:ext cx="12192000" cy="6826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34D80E85-81A4-7A89-83C8-406854929B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7164" y="6563520"/>
            <a:ext cx="3008313" cy="288740"/>
          </a:xfrm>
          <a:prstGeom prst="rect">
            <a:avLst/>
          </a:prstGeom>
          <a:noFill/>
          <a:ln>
            <a:noFill/>
          </a:ln>
          <a:effectLst/>
        </p:spPr>
        <p:txBody>
          <a:bodyPr lIns="87828" tIns="43914" rIns="87828" bIns="43914">
            <a:spAutoFit/>
          </a:bodyPr>
          <a:lstStyle>
            <a:lvl1pPr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43973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87788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31762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175577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2129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6701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1273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5845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300" i="1">
                <a:solidFill>
                  <a:srgbClr val="FCF3EA"/>
                </a:solidFill>
                <a:latin typeface="Cooper Black" panose="0208090404030B020404" pitchFamily="18" charset="0"/>
              </a:rPr>
              <a:t>http://www.youtheng.co.jp/</a:t>
            </a:r>
          </a:p>
        </p:txBody>
      </p:sp>
      <p:pic>
        <p:nvPicPr>
          <p:cNvPr id="6" name="Picture 36" descr="Youthロゴ">
            <a:extLst>
              <a:ext uri="{FF2B5EF4-FFF2-40B4-BE49-F238E27FC236}">
                <a16:creationId xmlns:a16="http://schemas.microsoft.com/office/drawing/2014/main" id="{B16DAE42-D56A-F0C3-71EE-A63BE11820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3" y="6550031"/>
            <a:ext cx="34956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66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2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B9597-017D-C303-F1BF-584F365D2BC6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"/>
            <a:ext cx="3960814" cy="6858000"/>
          </a:xfrm>
          <a:prstGeom prst="rect">
            <a:avLst/>
          </a:prstGeom>
          <a:gradFill rotWithShape="0">
            <a:gsLst>
              <a:gs pos="0">
                <a:srgbClr val="C7E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lIns="100186" tIns="50094" rIns="100186" bIns="50094" anchor="ctr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B866C5C-471A-CAAE-A201-22316A9D0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402" y="3627236"/>
            <a:ext cx="1392874" cy="684894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D50861B-A3F0-78B9-417B-56D9B8BA50D3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2383844" y="1569536"/>
            <a:ext cx="9808161" cy="2742594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71D9033-0622-79C1-5ED1-AF4A6CAC4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121" y="1569534"/>
            <a:ext cx="694903" cy="695476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607BE74B-225F-8EA7-4B8C-62F4CA45D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1569534"/>
            <a:ext cx="696437" cy="695476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5AE734F3-3E86-3767-389B-7775E9C58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968" y="2940833"/>
            <a:ext cx="696437" cy="689429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EE1E06C4-1A6C-764B-D5AC-D30CAD41D1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4" y="2254430"/>
            <a:ext cx="687233" cy="686405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D4979372-7FA6-F4FE-FB52-552200705E8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6" y="2940836"/>
            <a:ext cx="694903" cy="689429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36180C28-8033-C24B-D910-2CDDB18A43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968" y="3627236"/>
            <a:ext cx="696437" cy="684894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3477624C-734B-CCBD-EB23-9CCF46F7C4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7" y="2254430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230A2886-4A28-0DE5-3A8D-003B119A28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4" y="1569534"/>
            <a:ext cx="687233" cy="695476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1D3C89D7-5143-1BD9-D2B9-E721BC7607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70121" y="883132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65C746A1-7E79-15E9-D04E-847C56F4E29B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757614" y="1570038"/>
            <a:ext cx="8434386" cy="2741612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ja-JP" altLang="en-US" sz="4000">
                <a:latin typeface="メイリオ" panose="020B0604030504040204" pitchFamily="50" charset="-128"/>
                <a:ea typeface="メイリオ" panose="020B0604030504040204" pitchFamily="50" charset="-128"/>
              </a:rPr>
              <a:t>    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0D1CF6-E651-0DA2-50A7-DCDAD7CBC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746" y="1917272"/>
            <a:ext cx="897774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kumimoji="1" sz="24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kumimoji="1" sz="21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2pPr>
            <a:lvl3pPr marL="1143000" indent="-228600">
              <a:spcBef>
                <a:spcPct val="20000"/>
              </a:spcBef>
              <a:buClr>
                <a:srgbClr val="2AA0DF"/>
              </a:buClr>
              <a:buSzPct val="60000"/>
              <a:buFont typeface="Wingdings" pitchFamily="2" charset="2"/>
              <a:buChar char=""/>
              <a:defRPr kumimoji="1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3pPr>
            <a:lvl4pPr marL="1600200" indent="-228600">
              <a:spcBef>
                <a:spcPct val="20000"/>
              </a:spcBef>
              <a:buClr>
                <a:srgbClr val="ADD7FE"/>
              </a:buClr>
              <a:buSzPct val="60000"/>
              <a:buFont typeface="Wingdings" pitchFamily="2" charset="2"/>
              <a:buChar char=""/>
              <a:defRPr kumimoji="1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4pPr>
            <a:lvl5pPr marL="2057400" indent="-228600">
              <a:spcBef>
                <a:spcPct val="20000"/>
              </a:spcBef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ja-JP" altLang="en-US" sz="4800" b="1" dirty="0">
                <a:solidFill>
                  <a:schemeClr val="bg1"/>
                </a:solidFill>
              </a:rPr>
              <a:t>ペアプログラミング開発</a:t>
            </a:r>
            <a:endParaRPr lang="en-US" altLang="ja-JP" sz="4800" b="1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ja-JP" altLang="en-US" sz="4800" b="1" dirty="0">
                <a:solidFill>
                  <a:schemeClr val="bg1"/>
                </a:solidFill>
              </a:rPr>
              <a:t>外部</a:t>
            </a:r>
            <a:r>
              <a:rPr lang="en-US" altLang="ja-JP" sz="4800" b="1" dirty="0">
                <a:solidFill>
                  <a:schemeClr val="bg1"/>
                </a:solidFill>
              </a:rPr>
              <a:t>API</a:t>
            </a:r>
            <a:r>
              <a:rPr lang="ja-JP" altLang="en-US" sz="4800" b="1" dirty="0">
                <a:solidFill>
                  <a:schemeClr val="bg1"/>
                </a:solidFill>
              </a:rPr>
              <a:t>連携・自動データ処理ツール</a:t>
            </a:r>
            <a:endParaRPr lang="en-US" altLang="ja-JP" sz="4800" b="1" i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C081839-DEEE-5BEF-DB71-5257B52309AB}"/>
              </a:ext>
            </a:extLst>
          </p:cNvPr>
          <p:cNvSpPr txBox="1"/>
          <p:nvPr/>
        </p:nvSpPr>
        <p:spPr>
          <a:xfrm>
            <a:off x="8854020" y="4615569"/>
            <a:ext cx="173316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kumimoji="1" lang="en-US" altLang="ja-JP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kumimoji="1" lang="ja-JP" altLang="en-US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日</a:t>
            </a:r>
            <a:endParaRPr kumimoji="1" lang="en-US" altLang="ja-JP" sz="180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801" dirty="0">
                <a:latin typeface="Meiryo UI" panose="020B0604030504040204" pitchFamily="50" charset="-128"/>
                <a:ea typeface="Meiryo UI" panose="020B0604030504040204" pitchFamily="50" charset="-128"/>
              </a:rPr>
              <a:t>チーム２</a:t>
            </a:r>
            <a:endParaRPr kumimoji="1" lang="en-US" altLang="ja-JP" sz="180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6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B7C8-1EFF-CF60-0F03-1C6F677D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2668740-23D5-198B-CF6B-EA39F6994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64583CD-03F4-45F3-8C39-5C844793DF62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5B20F3E6-176D-FB92-CA7D-E7E76EBECDD1}"/>
              </a:ext>
            </a:extLst>
          </p:cNvPr>
          <p:cNvSpPr txBox="1">
            <a:spLocks/>
          </p:cNvSpPr>
          <p:nvPr/>
        </p:nvSpPr>
        <p:spPr>
          <a:xfrm>
            <a:off x="899950" y="94682"/>
            <a:ext cx="7632848" cy="48952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4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実装した機能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B532F3-414D-756F-398A-F714D4DCE715}"/>
              </a:ext>
            </a:extLst>
          </p:cNvPr>
          <p:cNvSpPr txBox="1"/>
          <p:nvPr/>
        </p:nvSpPr>
        <p:spPr>
          <a:xfrm>
            <a:off x="489196" y="1182046"/>
            <a:ext cx="10804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2880"/>
            <a:r>
              <a:rPr lang="ja-JP" altLang="ja-JP" b="1" dirty="0"/>
              <a:t>【第1テーマ】外部API連携・自動データ処理ツール</a:t>
            </a:r>
            <a:endParaRPr lang="en-US" altLang="ja-JP" b="1" dirty="0"/>
          </a:p>
          <a:p>
            <a:pPr lvl="1"/>
            <a:r>
              <a:rPr lang="ja-JP" altLang="ja-JP" b="1" dirty="0"/>
              <a:t>サーバー役</a:t>
            </a:r>
            <a:r>
              <a:rPr lang="ja-JP" altLang="ja-JP" dirty="0"/>
              <a:t>：以下の「模擬・機器1スタブコード」を実行し、リクエストを待つ状態</a:t>
            </a:r>
            <a:r>
              <a:rPr lang="ja-JP" altLang="en-US" dirty="0"/>
              <a:t>する</a:t>
            </a:r>
            <a:endParaRPr lang="ja-JP" altLang="ja-JP" dirty="0"/>
          </a:p>
          <a:p>
            <a:pPr lvl="1"/>
            <a:r>
              <a:rPr lang="ja-JP" altLang="ja-JP" b="1" dirty="0"/>
              <a:t>クライアント役</a:t>
            </a:r>
            <a:r>
              <a:rPr lang="ja-JP" altLang="ja-JP" dirty="0"/>
              <a:t>： HttpClient を用いて、サーバー役のPCに対して</a:t>
            </a:r>
            <a:endParaRPr lang="en-US" altLang="ja-JP" dirty="0"/>
          </a:p>
          <a:p>
            <a:pPr lvl="1"/>
            <a:r>
              <a:rPr lang="ja-JP" altLang="ja-JP" dirty="0"/>
              <a:t>データを非同期（async/await）で送信し、返ってきたデータを LINQ で加工・集計</a:t>
            </a:r>
            <a:r>
              <a:rPr lang="ja-JP" altLang="en-US" dirty="0"/>
              <a:t>する</a:t>
            </a:r>
            <a:endParaRPr lang="en-US" altLang="ja-JP" dirty="0"/>
          </a:p>
          <a:p>
            <a:pPr lvl="1"/>
            <a:endParaRPr lang="en-US" altLang="ja-JP" b="1" dirty="0"/>
          </a:p>
          <a:p>
            <a:r>
              <a:rPr lang="ja-JP" altLang="en-US" b="1" dirty="0"/>
              <a:t>開発システム：</a:t>
            </a:r>
            <a:r>
              <a:rPr lang="en-US" altLang="ja-JP" b="1" dirty="0"/>
              <a:t>  </a:t>
            </a:r>
            <a:r>
              <a:rPr lang="ja-JP" altLang="en-US" b="1" dirty="0"/>
              <a:t>在庫商品分析コンソールアプリ</a:t>
            </a:r>
            <a:endParaRPr lang="en-US" altLang="ja-JP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828A213-A627-3151-5458-5273EC4C3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160" y="3130440"/>
            <a:ext cx="3684349" cy="303368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FDAABE-340F-6751-6BC6-3A8B2822EAC3}"/>
              </a:ext>
            </a:extLst>
          </p:cNvPr>
          <p:cNvSpPr txBox="1"/>
          <p:nvPr/>
        </p:nvSpPr>
        <p:spPr>
          <a:xfrm>
            <a:off x="489196" y="6164126"/>
            <a:ext cx="1080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2880" algn="ctr"/>
            <a:r>
              <a:rPr lang="ja-JP" altLang="en-US" b="1" dirty="0"/>
              <a:t>図</a:t>
            </a:r>
            <a:r>
              <a:rPr lang="en-US" altLang="ja-JP" b="1" dirty="0"/>
              <a:t>1.</a:t>
            </a:r>
            <a:r>
              <a:rPr lang="ja-JP" altLang="en-US" b="1" dirty="0"/>
              <a:t>フロー図</a:t>
            </a:r>
          </a:p>
        </p:txBody>
      </p:sp>
    </p:spTree>
    <p:extLst>
      <p:ext uri="{BB962C8B-B14F-4D97-AF65-F5344CB8AC3E}">
        <p14:creationId xmlns:p14="http://schemas.microsoft.com/office/powerpoint/2010/main" val="162250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57C4-EEA8-805B-BF05-200747A7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F27B09B-877D-2097-D13C-79A247F41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64583CD-03F4-45F3-8C39-5C844793DF62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C540F7CF-4E78-1628-AB5C-EC0ECBDF9E3B}"/>
              </a:ext>
            </a:extLst>
          </p:cNvPr>
          <p:cNvSpPr txBox="1">
            <a:spLocks/>
          </p:cNvSpPr>
          <p:nvPr/>
        </p:nvSpPr>
        <p:spPr>
          <a:xfrm>
            <a:off x="899950" y="94682"/>
            <a:ext cx="7632848" cy="48952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4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実装した機能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FC8FB7-2982-CC80-95B7-3D8507A92A37}"/>
              </a:ext>
            </a:extLst>
          </p:cNvPr>
          <p:cNvSpPr txBox="1"/>
          <p:nvPr/>
        </p:nvSpPr>
        <p:spPr>
          <a:xfrm>
            <a:off x="489196" y="1182046"/>
            <a:ext cx="1080427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2880"/>
            <a:r>
              <a:rPr lang="ja-JP" altLang="en-US" b="1" dirty="0"/>
              <a:t>必須要件</a:t>
            </a:r>
            <a:endParaRPr lang="en-US" altLang="ja-JP" b="1" dirty="0"/>
          </a:p>
          <a:p>
            <a:pPr marL="160020" indent="-342900">
              <a:buFont typeface="+mj-lt"/>
              <a:buAutoNum type="arabicPeriod"/>
            </a:pPr>
            <a:r>
              <a:rPr kumimoji="1" lang="ja-JP" altLang="en-US" b="1" dirty="0"/>
              <a:t>非同期でのデータ取得（</a:t>
            </a:r>
            <a:r>
              <a:rPr kumimoji="1" lang="en-US" altLang="ja-JP" b="1" dirty="0"/>
              <a:t>async/await</a:t>
            </a:r>
            <a:r>
              <a:rPr kumimoji="1" lang="ja-JP" altLang="en-US" b="1" dirty="0"/>
              <a:t>）　</a:t>
            </a:r>
            <a:endParaRPr kumimoji="1" lang="en-US" altLang="ja-JP" b="1" dirty="0"/>
          </a:p>
          <a:p>
            <a:pPr marL="274320" lvl="1"/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ja-JP" altLang="en-US" b="1" dirty="0"/>
              <a:t>　</a:t>
            </a:r>
            <a:r>
              <a:rPr lang="ja-JP" altLang="ja-JP" dirty="0"/>
              <a:t>クライアント側でasync/awaitを使用し、非同期で</a:t>
            </a:r>
            <a:r>
              <a:rPr lang="en-US" altLang="ja-JP" dirty="0"/>
              <a:t>JSON</a:t>
            </a:r>
            <a:r>
              <a:rPr lang="ja-JP" altLang="ja-JP" dirty="0"/>
              <a:t>データを取得</a:t>
            </a:r>
            <a:endParaRPr lang="en-US" altLang="ja-JP" dirty="0"/>
          </a:p>
          <a:p>
            <a:pPr marL="160020" indent="-342900">
              <a:buFont typeface="+mj-lt"/>
              <a:buAutoNum type="arabicPeriod"/>
            </a:pPr>
            <a:r>
              <a:rPr lang="ja-JP" altLang="ja-JP" b="1" dirty="0"/>
              <a:t>LINQによるデータ加工</a:t>
            </a:r>
            <a:endParaRPr lang="en-US" altLang="ja-JP" b="1" dirty="0"/>
          </a:p>
          <a:p>
            <a:pPr marL="274320" lvl="1"/>
            <a:r>
              <a:rPr lang="en-US" altLang="ja-JP" dirty="0"/>
              <a:t>	</a:t>
            </a:r>
            <a:r>
              <a:rPr lang="ja-JP" altLang="en-US" dirty="0"/>
              <a:t>→　</a:t>
            </a:r>
            <a:r>
              <a:rPr lang="ja-JP" altLang="ja-JP" dirty="0"/>
              <a:t>取得したJSONデータをオブジェクトへ変換し、LINQを使用して集計</a:t>
            </a:r>
            <a:endParaRPr lang="en-US" altLang="ja-JP" dirty="0"/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ja-JP" altLang="ja-JP" dirty="0"/>
              <a:t>データ件数集計</a:t>
            </a:r>
            <a:endParaRPr lang="en-US" altLang="ja-JP" dirty="0"/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在庫</a:t>
            </a:r>
            <a:r>
              <a:rPr lang="ja-JP" altLang="ja-JP" dirty="0"/>
              <a:t>合計</a:t>
            </a:r>
            <a:r>
              <a:rPr lang="ja-JP" altLang="en-US" dirty="0"/>
              <a:t>金額</a:t>
            </a:r>
            <a:r>
              <a:rPr lang="ja-JP" altLang="ja-JP" dirty="0"/>
              <a:t>算出</a:t>
            </a:r>
            <a:endParaRPr lang="en-US" altLang="ja-JP" dirty="0"/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ja-JP" altLang="ja-JP" dirty="0"/>
              <a:t>単価降順ソート</a:t>
            </a:r>
            <a:r>
              <a:rPr lang="ja-JP" altLang="en-US" dirty="0"/>
              <a:t>・</a:t>
            </a:r>
            <a:r>
              <a:rPr lang="ja-JP" altLang="ja-JP" dirty="0"/>
              <a:t> TOP5取得 </a:t>
            </a:r>
            <a:endParaRPr lang="en-US" altLang="ja-JP" dirty="0"/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ja-JP" altLang="ja-JP" dirty="0"/>
              <a:t>エラーデータ抽出 </a:t>
            </a:r>
            <a:endParaRPr lang="en-US" altLang="ja-JP" dirty="0"/>
          </a:p>
          <a:p>
            <a:pPr marL="160020" indent="-342900">
              <a:buFont typeface="+mj-lt"/>
              <a:buAutoNum type="arabicPeriod"/>
            </a:pPr>
            <a:r>
              <a:rPr lang="ja-JP" altLang="ja-JP" b="1" dirty="0"/>
              <a:t>適切なログ出力（ロギング）</a:t>
            </a:r>
            <a:endParaRPr lang="en-US" altLang="ja-JP" b="1" dirty="0"/>
          </a:p>
          <a:p>
            <a:r>
              <a:rPr lang="en-US" altLang="ja-JP" b="1" dirty="0"/>
              <a:t>	</a:t>
            </a:r>
            <a:r>
              <a:rPr lang="ja-JP" altLang="en-US" dirty="0"/>
              <a:t>→</a:t>
            </a:r>
            <a:r>
              <a:rPr lang="ja-JP" altLang="en-US" b="1" dirty="0"/>
              <a:t>　</a:t>
            </a:r>
            <a:r>
              <a:rPr lang="ja-JP" altLang="ja-JP" dirty="0"/>
              <a:t>NLogを利用してログ出力を実装</a:t>
            </a:r>
            <a:endParaRPr lang="en-US" altLang="ja-JP" dirty="0"/>
          </a:p>
          <a:p>
            <a:endParaRPr lang="en-US" altLang="ja-JP" b="1" dirty="0">
              <a:latin typeface="+mn-ea"/>
            </a:endParaRPr>
          </a:p>
          <a:p>
            <a:r>
              <a:rPr lang="ja-JP" altLang="en-US" b="1" dirty="0">
                <a:latin typeface="+mn-ea"/>
              </a:rPr>
              <a:t>こだわったところ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+mn-ea"/>
              </a:rPr>
              <a:t>こだわらなかった</a:t>
            </a:r>
            <a:endParaRPr lang="en-US" altLang="ja-JP" sz="2000" dirty="0">
              <a:latin typeface="+mn-ea"/>
            </a:endParaRPr>
          </a:p>
          <a:p>
            <a:pPr marL="731520" lvl="2"/>
            <a:r>
              <a:rPr lang="en-US" altLang="ja-JP" sz="2000" dirty="0">
                <a:latin typeface="+mn-ea"/>
              </a:rPr>
              <a:t>2</a:t>
            </a:r>
            <a:r>
              <a:rPr lang="ja-JP" altLang="en-US" sz="2000" dirty="0">
                <a:latin typeface="+mn-ea"/>
              </a:rPr>
              <a:t>日間の短い期間では、機能を追加すると完璧な物に仕上がらない可能性があったため、設計段階で最低限の物しか作製しないようにし、テスト・デバッグに時間を取れるようにした。</a:t>
            </a:r>
            <a:endParaRPr lang="en-US" altLang="ja-JP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56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1314-8F14-3F14-E06E-1FA91D46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912026A-AD88-75BF-54BB-A34184B9D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64583CD-03F4-45F3-8C39-5C844793DF62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006E0EF-AF82-B49C-0067-D648C74F9AC1}"/>
              </a:ext>
            </a:extLst>
          </p:cNvPr>
          <p:cNvSpPr txBox="1">
            <a:spLocks/>
          </p:cNvSpPr>
          <p:nvPr/>
        </p:nvSpPr>
        <p:spPr>
          <a:xfrm>
            <a:off x="899950" y="94682"/>
            <a:ext cx="7632848" cy="4895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4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/>
                <a:ea typeface="Meiryo UI"/>
              </a:rPr>
              <a:t>作成工程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8DEB50-E6EE-0BFA-6F94-605EE1C451A1}"/>
              </a:ext>
            </a:extLst>
          </p:cNvPr>
          <p:cNvSpPr txBox="1"/>
          <p:nvPr/>
        </p:nvSpPr>
        <p:spPr>
          <a:xfrm>
            <a:off x="899949" y="909573"/>
            <a:ext cx="9804995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ea typeface="游ゴシック"/>
                <a:cs typeface="Calibri"/>
              </a:rPr>
              <a:t>チーム２メンバー構成　</a:t>
            </a:r>
            <a:endParaRPr lang="en-US" altLang="ja-JP" b="1" dirty="0">
              <a:ea typeface="游ゴシック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dirty="0">
                <a:ea typeface="游ゴシック"/>
                <a:cs typeface="Calibri"/>
              </a:rPr>
              <a:t>リーダー：</a:t>
            </a:r>
            <a:r>
              <a:rPr lang="ja-JP" altLang="en-US" dirty="0">
                <a:ea typeface="游ゴシック"/>
                <a:cs typeface="Calibri"/>
              </a:rPr>
              <a:t>越智　</a:t>
            </a:r>
            <a:endParaRPr lang="en-US" altLang="ja-JP" dirty="0">
              <a:ea typeface="游ゴシック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>
                <a:ea typeface="游ゴシック"/>
                <a:cs typeface="Calibri"/>
              </a:rPr>
              <a:t>メンバー：永野</a:t>
            </a:r>
            <a:endParaRPr lang="en-US" altLang="ja-JP" dirty="0">
              <a:ea typeface="游ゴシック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dirty="0">
              <a:ea typeface="游ゴシック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ea typeface="游ゴシック"/>
                <a:cs typeface="Calibri"/>
              </a:rPr>
              <a:t>作業項目</a:t>
            </a:r>
            <a:endParaRPr lang="ja-JP" altLang="en-US" dirty="0">
              <a:ea typeface="游ゴシック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ea typeface="游ゴシック"/>
                <a:cs typeface="Calibri"/>
              </a:rPr>
              <a:t>基本設計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ja-JP" dirty="0">
                <a:ea typeface="游ゴシック"/>
                <a:cs typeface="Calibri"/>
              </a:rPr>
              <a:t>ベースソリューションの作成</a:t>
            </a:r>
            <a:r>
              <a:rPr lang="ja-JP" altLang="en-US" dirty="0">
                <a:ea typeface="游ゴシック"/>
                <a:cs typeface="Calibri"/>
              </a:rPr>
              <a:t>・クラスの設計</a:t>
            </a:r>
            <a:r>
              <a:rPr lang="ja-JP" altLang="ja-JP" dirty="0">
                <a:ea typeface="游ゴシック"/>
                <a:cs typeface="Calibri"/>
              </a:rPr>
              <a:t>：</a:t>
            </a:r>
            <a:r>
              <a:rPr lang="ja-JP" altLang="en-US" dirty="0">
                <a:ea typeface="游ゴシック"/>
                <a:cs typeface="Calibri"/>
              </a:rPr>
              <a:t>越智</a:t>
            </a:r>
            <a:endParaRPr lang="ja-JP" altLang="ja-JP" dirty="0">
              <a:ea typeface="游ゴシック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altLang="ja-JP" dirty="0">
                <a:ea typeface="Calibri"/>
                <a:cs typeface="Calibri"/>
              </a:rPr>
              <a:t>Git</a:t>
            </a:r>
            <a:r>
              <a:rPr lang="ja-JP" altLang="en-US" dirty="0">
                <a:ea typeface="游ゴシック"/>
                <a:cs typeface="Calibri"/>
              </a:rPr>
              <a:t>リポジトリの作成</a:t>
            </a:r>
            <a:r>
              <a:rPr lang="ja-JP" altLang="ja-JP" dirty="0">
                <a:ea typeface="游ゴシック"/>
                <a:cs typeface="Calibri"/>
              </a:rPr>
              <a:t>：</a:t>
            </a:r>
            <a:r>
              <a:rPr lang="ja-JP" altLang="en-US" dirty="0">
                <a:ea typeface="游ゴシック"/>
                <a:cs typeface="Calibri"/>
              </a:rPr>
              <a:t>越智</a:t>
            </a:r>
            <a:endParaRPr lang="ja-JP" altLang="ja-JP" dirty="0">
              <a:ea typeface="游ゴシック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en-US" dirty="0">
                <a:ea typeface="游ゴシック"/>
                <a:cs typeface="Calibri"/>
              </a:rPr>
              <a:t>テーブル・</a:t>
            </a:r>
            <a:r>
              <a:rPr lang="en-US" altLang="ja-JP" dirty="0">
                <a:ea typeface="游ゴシック"/>
                <a:cs typeface="Calibri"/>
              </a:rPr>
              <a:t>JSON</a:t>
            </a:r>
            <a:r>
              <a:rPr lang="ja-JP" altLang="en-US" dirty="0">
                <a:ea typeface="游ゴシック"/>
                <a:cs typeface="Calibri"/>
              </a:rPr>
              <a:t>設計</a:t>
            </a:r>
            <a:r>
              <a:rPr lang="ja-JP" altLang="ja-JP" dirty="0">
                <a:ea typeface="游ゴシック"/>
                <a:cs typeface="Calibri"/>
              </a:rPr>
              <a:t>：越智</a:t>
            </a:r>
            <a:endParaRPr lang="en-US" altLang="ja-JP" dirty="0">
              <a:ea typeface="游ゴシック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en-US" dirty="0">
                <a:ea typeface="游ゴシック"/>
                <a:cs typeface="Calibri"/>
              </a:rPr>
              <a:t>ログ設計：越智</a:t>
            </a:r>
            <a:endParaRPr lang="ja-JP" altLang="ja-JP" dirty="0">
              <a:ea typeface="游ゴシック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コーディング</a:t>
            </a:r>
            <a:endParaRPr lang="ja-JP" altLang="ja-JP" b="1" dirty="0">
              <a:ea typeface="游ゴシック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en-US" dirty="0">
                <a:ea typeface="游ゴシック"/>
                <a:cs typeface="Calibri"/>
              </a:rPr>
              <a:t>通信関係</a:t>
            </a:r>
            <a:r>
              <a:rPr lang="ja-JP" altLang="ja-JP" dirty="0">
                <a:ea typeface="游ゴシック"/>
                <a:cs typeface="Calibri"/>
              </a:rPr>
              <a:t>：</a:t>
            </a:r>
            <a:r>
              <a:rPr lang="ja-JP" altLang="en-US" dirty="0">
                <a:ea typeface="游ゴシック"/>
                <a:cs typeface="Calibri"/>
              </a:rPr>
              <a:t>越智</a:t>
            </a:r>
            <a:endParaRPr lang="ja-JP" altLang="en-US" dirty="0">
              <a:ea typeface="游ゴシック" panose="020B0400000000000000" pitchFamily="34" charset="-128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en-US" dirty="0">
                <a:ea typeface="游ゴシック"/>
                <a:cs typeface="Calibri"/>
              </a:rPr>
              <a:t>表示関係：永野</a:t>
            </a:r>
            <a:endParaRPr lang="ja-JP" altLang="ja-JP" dirty="0">
              <a:ea typeface="游ゴシック"/>
              <a:cs typeface="Calibri"/>
            </a:endParaRP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ea typeface="游ゴシック"/>
                <a:cs typeface="Calibri"/>
              </a:rPr>
              <a:t>テスト</a:t>
            </a:r>
            <a:endParaRPr lang="ja-JP" altLang="ja-JP" b="1" dirty="0">
              <a:ea typeface="游ゴシック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en-US" dirty="0">
                <a:ea typeface="游ゴシック"/>
                <a:cs typeface="Calibri"/>
              </a:rPr>
              <a:t>テスト項目出し：越智・永野</a:t>
            </a:r>
            <a:endParaRPr lang="en-US" altLang="ja-JP" dirty="0">
              <a:ea typeface="游ゴシック"/>
              <a:cs typeface="Calibri"/>
            </a:endParaRP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ja-JP" altLang="en-US" dirty="0">
                <a:ea typeface="游ゴシック"/>
                <a:cs typeface="Calibri"/>
              </a:rPr>
              <a:t>テスト・デバッグ：越智</a:t>
            </a:r>
            <a:r>
              <a:rPr lang="en-US" altLang="ja-JP" dirty="0">
                <a:ea typeface="游ゴシック"/>
                <a:cs typeface="Calibri"/>
              </a:rPr>
              <a:t>(</a:t>
            </a:r>
            <a:r>
              <a:rPr lang="ja-JP" altLang="en-US" dirty="0">
                <a:ea typeface="游ゴシック"/>
                <a:cs typeface="Calibri"/>
              </a:rPr>
              <a:t>サーバー</a:t>
            </a:r>
            <a:r>
              <a:rPr lang="en-US" altLang="ja-JP" dirty="0">
                <a:ea typeface="游ゴシック"/>
                <a:cs typeface="Calibri"/>
              </a:rPr>
              <a:t>)</a:t>
            </a:r>
            <a:r>
              <a:rPr lang="ja-JP" altLang="en-US" dirty="0">
                <a:ea typeface="游ゴシック"/>
                <a:cs typeface="Calibri"/>
              </a:rPr>
              <a:t>・永野</a:t>
            </a:r>
            <a:r>
              <a:rPr lang="en-US" altLang="ja-JP" dirty="0">
                <a:ea typeface="游ゴシック"/>
                <a:cs typeface="Calibri"/>
              </a:rPr>
              <a:t>(</a:t>
            </a:r>
            <a:r>
              <a:rPr lang="ja-JP" altLang="en-US" dirty="0">
                <a:ea typeface="游ゴシック"/>
                <a:cs typeface="Calibri"/>
              </a:rPr>
              <a:t>クライアント</a:t>
            </a:r>
            <a:r>
              <a:rPr lang="en-US" altLang="ja-JP" dirty="0">
                <a:ea typeface="游ゴシック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937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6568-9B9A-913B-FF0B-56904E39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A40843A-DCA3-70DF-9F64-289DAA2C7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64583CD-03F4-45F3-8C39-5C844793DF62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47624D8E-4C80-D2A6-A661-3D9ED953076F}"/>
              </a:ext>
            </a:extLst>
          </p:cNvPr>
          <p:cNvSpPr txBox="1">
            <a:spLocks/>
          </p:cNvSpPr>
          <p:nvPr/>
        </p:nvSpPr>
        <p:spPr>
          <a:xfrm>
            <a:off x="899950" y="94682"/>
            <a:ext cx="7632848" cy="48952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4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学んだこと・反省点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C42A17C-64CC-72EA-D7F1-32756363121F}"/>
              </a:ext>
            </a:extLst>
          </p:cNvPr>
          <p:cNvSpPr txBox="1"/>
          <p:nvPr/>
        </p:nvSpPr>
        <p:spPr>
          <a:xfrm>
            <a:off x="489196" y="1182046"/>
            <a:ext cx="1080427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学んだこと</a:t>
            </a:r>
            <a:endParaRPr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HTTP</a:t>
            </a:r>
            <a:r>
              <a:rPr lang="ja-JP" altLang="en-US" dirty="0"/>
              <a:t>通信、非同期処理、</a:t>
            </a:r>
            <a:r>
              <a:rPr lang="en-US" altLang="ja-JP" dirty="0"/>
              <a:t>LINQ</a:t>
            </a:r>
            <a:r>
              <a:rPr lang="ja-JP" altLang="en-US" dirty="0"/>
              <a:t>、ログ出力を組み合わせたアプリケーションを作成することで、</a:t>
            </a:r>
            <a:br>
              <a:rPr lang="en-US" altLang="ja-JP" dirty="0"/>
            </a:br>
            <a:r>
              <a:rPr lang="ja-JP" altLang="en-US" dirty="0"/>
              <a:t>実務でよく使用されそうな技術の理解が深まった。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別</a:t>
            </a:r>
            <a:r>
              <a:rPr lang="en-US" altLang="ja-JP" dirty="0"/>
              <a:t>PC</a:t>
            </a:r>
            <a:r>
              <a:rPr lang="ja-JP" altLang="en-US" dirty="0"/>
              <a:t>間通信のトラブルシュートも経験できた。</a:t>
            </a:r>
            <a:endParaRPr lang="en-US" altLang="ja-JP" dirty="0"/>
          </a:p>
          <a:p>
            <a:pPr lvl="1"/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/>
              <a:t>反省点</a:t>
            </a:r>
            <a:endParaRPr lang="en-US" altLang="ja-JP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ja-JP" dirty="0"/>
              <a:t>短期間での開発であったため、基本設計に十分な時間を確保できず、</a:t>
            </a:r>
            <a:br>
              <a:rPr lang="en-US" altLang="ja-JP" dirty="0"/>
            </a:br>
            <a:r>
              <a:rPr lang="ja-JP" altLang="ja-JP" dirty="0"/>
              <a:t>例外処理の検討が不十分となった。</a:t>
            </a:r>
            <a:endParaRPr lang="ja-JP" altLang="en-US" dirty="0">
              <a:latin typeface="游ゴシック"/>
              <a:ea typeface="游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254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387</Words>
  <Application>Microsoft Office PowerPoint</Application>
  <PresentationFormat>ワイド画面</PresentationFormat>
  <Paragraphs>59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6" baseType="lpstr">
      <vt:lpstr>Meiryo UI</vt:lpstr>
      <vt:lpstr>メイリオ</vt:lpstr>
      <vt:lpstr>游ゴシック</vt:lpstr>
      <vt:lpstr>Arial</vt:lpstr>
      <vt:lpstr>Arial Black</vt:lpstr>
      <vt:lpstr>Calibri</vt:lpstr>
      <vt:lpstr>Calibri Light</vt:lpstr>
      <vt:lpstr>Cooper Black</vt:lpstr>
      <vt:lpstr>Times New Roman</vt:lpstr>
      <vt:lpstr>Wingdings</vt:lpstr>
      <vt:lpstr>Office 2013 - 2022 テーマ</vt:lpstr>
      <vt:lpstr>   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御提案書</dc:title>
  <dc:creator>越智孝洋</dc:creator>
  <cp:lastModifiedBy>奨太 越智</cp:lastModifiedBy>
  <cp:revision>2</cp:revision>
  <dcterms:created xsi:type="dcterms:W3CDTF">2023-03-28T22:29:39Z</dcterms:created>
  <dcterms:modified xsi:type="dcterms:W3CDTF">2026-06-08T05:29:38Z</dcterms:modified>
</cp:coreProperties>
</file>